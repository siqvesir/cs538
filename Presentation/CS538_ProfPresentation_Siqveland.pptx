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103E00-D897-9831-BD37-688D899C514E}" v="669" dt="2026-04-21T17:31:08.421"/>
    <p1510:client id="{4A4FD8BD-EBE0-7D60-BB69-0D184C0E2FA3}" v="28" dt="2026-04-21T19:13:15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DES Cryptanalysis Attack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By Siri </a:t>
            </a:r>
            <a:r>
              <a:rPr lang="en-US" dirty="0" err="1"/>
              <a:t>Siqveland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34CF-BEFB-2CA2-B3D5-11E2EC250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C1BBB-2A8A-7603-F3FA-451BD0F71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Objective: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Implement a DES Cryptanalysis Attack</a:t>
            </a: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Used Chosen Plaintext attack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Try to get probabilities for subkeys to match actual subkey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Compare test attack results with actual data</a:t>
            </a: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Note: Scope changed from original draf</a:t>
            </a:r>
            <a:r>
              <a:rPr lang="en-US"/>
              <a:t>t proposal slightly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  <p:pic>
        <p:nvPicPr>
          <p:cNvPr id="4" name="Picture 3" descr="Data Encryption Standard (DES) | Britannica">
            <a:extLst>
              <a:ext uri="{FF2B5EF4-FFF2-40B4-BE49-F238E27FC236}">
                <a16:creationId xmlns:a16="http://schemas.microsoft.com/office/drawing/2014/main" id="{FAA1E690-77DF-5C26-AC05-C317F4A75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760" y="805760"/>
            <a:ext cx="3698240" cy="523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80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8602B-7C40-69A8-8903-4C7BDB00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Technical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A2ABC-95E3-E3D0-2B3E-AA2C50F0C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Hurdles Faced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Cryptanalysis is probability based: Full guess != Actual subkey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Without full subkey match, finding full key would be difficult</a:t>
            </a: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Moved to refining Subkey matching instead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Learning python syntax while coding project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Time Constraints</a:t>
            </a: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Spent too long debugging </a:t>
            </a:r>
            <a:r>
              <a:rPr lang="en-US" dirty="0" err="1"/>
              <a:t>Sbox</a:t>
            </a:r>
            <a:r>
              <a:rPr lang="en-US" dirty="0"/>
              <a:t> part of attack</a:t>
            </a:r>
          </a:p>
          <a:p>
            <a:pPr lvl="3"/>
            <a:r>
              <a:rPr lang="en-US"/>
              <a:t>Shift scope to focusing on getting parts of the subkeys to match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Issues ensuring att</a:t>
            </a:r>
            <a:r>
              <a:rPr lang="en-US"/>
              <a:t>ack working right</a:t>
            </a: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Added extra code to ensure DES enc and dec working as intended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77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B371B-0033-7FF8-65EA-1AC406099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5E899-516D-71F1-C7F3-856C282B9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Results Show: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Chosen plaintext</a:t>
            </a:r>
            <a:r>
              <a:rPr lang="en-US" dirty="0"/>
              <a:t> attacks take time and runs on probability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Probability = Not all parts of guessed subkeys match actual subkey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With enough </a:t>
            </a:r>
            <a:r>
              <a:rPr lang="en-US"/>
              <a:t>computability, cryptanalysis can crack DES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Chosen P difference does not give strong differential bias to </a:t>
            </a:r>
            <a:r>
              <a:rPr lang="en-US" dirty="0" err="1"/>
              <a:t>sboxes</a:t>
            </a:r>
            <a:r>
              <a:rPr lang="en-US" dirty="0"/>
              <a:t> 1-4 unlike 5-8 (Would like to test more)</a:t>
            </a:r>
          </a:p>
          <a:p>
            <a:r>
              <a:rPr lang="en-US"/>
              <a:t>Lessons Learned: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DES is more complicated than </a:t>
            </a:r>
            <a:r>
              <a:rPr lang="en-US"/>
              <a:t>I thought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Cryptanalysis takes time to guess bit pairs, but more guesses is more accurate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663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DES Cryptanalysis Attack</vt:lpstr>
      <vt:lpstr>Objective &amp; Scope</vt:lpstr>
      <vt:lpstr>Technical Implementation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136</cp:revision>
  <dcterms:created xsi:type="dcterms:W3CDTF">2026-04-21T16:32:14Z</dcterms:created>
  <dcterms:modified xsi:type="dcterms:W3CDTF">2026-04-25T23:27:41Z</dcterms:modified>
</cp:coreProperties>
</file>